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Microsoft YaHei"/>
              </a:defRPr>
            </a:pPr>
            <a:r>
              <a:t>校园闲置物品交换系统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## 课程设计答辩PPT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第1页：封面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# 校园闲置物品交换系统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项目名称：校园闲置物品交换系统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2257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技术栈：Go + Vue 3 + JWT + RESTful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团队人数：5人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答辩时长：约15分钟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第2页：目录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选题背景与应用场景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系统功能模块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3. 技术选型与架构设计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2257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4. 数据库设计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5. 核心功能展示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6. 项目创新点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7. 团队分工与协作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8. 测试与质量保证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9. 总结与展望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第3页：选题背景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为什么要做这个系统？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真实校园场景：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毕业季、换宿舍时，大量闲置物品（教材、生活用品、电子设备）被丢弃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学生有短期技能服务需求（电脑维修、摄影、乐器教学）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传统二手交易以现金买卖为主，缺少校园内的"以物换物"渠道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15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课程要求：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避开商城、外卖、教学、酒店、图书等禁用题目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系统需包含不少于 8 张数据表、6 个功能模块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第4页：应用场景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系统解决什么问题？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07899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系统方案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毕业清理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教材、生活用品闲置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发布物品，寻找交换对象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技能互助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修电脑、拍照、教乐器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发布技能服务，技能换物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换宿舍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床帘、收纳盒等不匹配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同城校区内安全面交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社团活动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临时道具、服装需求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短期借用，无需购买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第5页：系统功能模块（10个）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核心功能一览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**用户认证** — 学生登录/注册，JWT无状态认证，管理员角色区分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**闲置物品发布** — 发布物品或技能服务，填写分类、成色、期望交换内容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3. **闲置广场检索** — 关键词搜索、分类/校区筛选，瀑布流卡片布局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4. **交换申请管理** — 发起申请 → 物主同意/拒绝 → 双方完成交换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5. **站内消息沟通** — 围绕交换的实时聊天，气泡样式，保留完整记录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6. **收藏与智能推荐** — 收藏物品，按收藏偏好个性化推荐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7. **信用评价** — 交换完成后 1-5 分互评，影响用户信用分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2394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8. **举报与审核** — 违规物品举报，管理员后台处理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9. **后台运营看板** — 用户数、物品数、交换数、热门分类统计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188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10. **移动端适配** — 响应式布局，手机浏览器可用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第6页：技术选型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前后端分离架构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**前端**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 3 + Vite + Pinia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响应式框架，Composition API，状态管理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**路由**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 Router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单页应用路由，支持路由守卫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**通信**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Axios + RESTful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HTTP请求封装，前后端分离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**后端**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Go 1.21 + Gin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高性能HTTP框架，中间件支持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**认证**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JWT Bearer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无状态认证，支持Token过期续期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**数据**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JSON文件存储（演示版）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自动持久化，可扩展至MySQL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**版本控制**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分支管理，多人协作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第7页：系统架构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前后端分离 + RESTful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┌──────────────────┐      ┌──────────────────┐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  Vue 3 前端      │      │   Go Gin 后端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865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 (localhost:3000)│◄────►│  (localhost:8080)│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                 │  HTTP│              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15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• Views/Components│ API │ • Handler    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• Pinia Store     │      │ • JWT Middleware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76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• Axios API层    │      │ • Service (JSON)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239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│ • Router        │      │              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714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└──────────────────┘      └──────────────────┘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188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Vite 开发服务器代理 `/api` 到后端 8080 端口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JWT Token 存储于 localStorage，请求头携带 `Authorization: Bearer &lt;token&gt;`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1383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CORS 中间件支持跨域开发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第8页：数据库设计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11 张核心数据表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满足课程设计不少于 8 张表的要求，含外键关联与完整性约束。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0789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`users`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用户信息、角色、信用分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`categories`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物品分类（数码、运动、文创、技能等）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`items`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闲置物品/技能服务发布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`item_tags`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物品标签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`exchanges`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交换申请表（状态流转）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`messages`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站内消息记录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`favorites`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用户收藏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`reports`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举报记录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`ratings`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信用评价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`notifications`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系统通知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`audit_logs`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审计日志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第9页：核心功能展示 — 闲置广场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首页瀑布流卡片布局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关键词搜索：实时过滤物品标题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分类筛选：数码设备、运动户外、生活用品、文创乐器、技能服务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校区筛选：按校区精准定位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卡片信息：图片、标题、成色、校区、信用分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响应式布局：PC 多列 → 手机单列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第10页：核心功能展示 — 交换流程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交换状态流转图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D14DA86-D4E1-F64D-6B5F-15BB9608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6174"/>
            <a:ext cx="4765568" cy="4522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第11页：核心功能展示 — 消息与评价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站内消息沟通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围绕交换申请的专用聊天通道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气泡样式，区分发送/接收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自动滚动，保留完整历史记录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3405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信用评价机制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交换完成后，双方进行 1-5 分评分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评分影响用户信用分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高信用分用户优先展示，增强信任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第12页：核心功能展示 — 后台看板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管理员运营看板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数据统计：总用户数、物品数、交换数、待处理举报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热门分类：按物品数量排序的分类饼图/柱状图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举报处理：查看举报详情，标记已处理/驳回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• 审计日志：记录管理员操作，便于追溯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第13页：项目创新点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与传统二手交易系统的区别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创新点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**以物换物**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不以现金买卖为核心，强调校园内的物品互换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**技能互助**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支持"技能服务"分类，用技能换物品或服务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**信用体系**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1-5 分互评，信用分影响展示优先级，约束用户行为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**安全面交**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交换流程内置"面交地点/时间"字段，强调线下安全交易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**收藏驱动推荐**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根据用户收藏的分类偏好，个性化推荐相似物品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**低碳校园理念**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减少浪费，提高资源循环利用率，符合校园环保主题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第14页：团队分工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5人远程协作分工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分工原则：每人负责完整独立功能闭环（前端页面+后端接口），减少阻塞，Git分支并行开发。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0789920" cy="2773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成员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负责模块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关键交付物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**成员A**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用户认证 + 物品发布 + 项目管理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auth/item 接口、Login.vue、Publish.vue、Git仓库搭建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**成员B**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交换流程 + 站内消息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exchange/message 接口、Exchanges.vue、Messages.vue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**成员C**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首页广场 + 物品详情 + 收藏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item查询/favorite 接口、Home.vue、ItemDetail.vue、Favorites.vue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**成员D**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数据库设计 + 文档 +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schema.sql、UML图、课程报告、Profile.vue、CSS样式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**成员E**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推荐+评价+举报+后台看板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misc 接口、Recommend.vue、Admin.vue、测试用例、答辩PPT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第15页：协作方式与时间线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远程协作流程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协作工具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代码：Git 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会议：腾讯会议（每周同步）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文档：腾讯文档/飞书文档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沟通：微信群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493008"/>
          <a:ext cx="107899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关键活动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**统一规划**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第1周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确定选题、技术选型、数据模型、接口文档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**并行开发**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第2-3周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每人独立分支开发，微信群日常沟通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**联调整合**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第3-4周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PR合并、功能联调、Bug修复、移动端测试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**文档答辩**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第4周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课程报告、PPT制作、测试用例执行、答辩准备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第16页：测试与质量保证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测试用例覆盖（12个）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覆盖：接口测试、页面流程测试、异常输入测试、移动端兼容测试。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测试模块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测试内容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登录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正确/错误密码登录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TC03-04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闲置广场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关键词搜索、分类筛选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发布物品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完整发布流程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TC06-08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交换管理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申请、同意、完成交换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发送留言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收藏推荐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收藏后推荐变化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举报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举报物品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TC12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移动端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390px宽度兼容性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第17页：技术特色总结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项目技术亮点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**前后端分离** — Go Gin + Vue 3，RESTful API 通信，职责清晰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**JWT 无状态认证** — 中间件鉴权，Token 自动续期，安全性高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3. **响应式设计** — PC/平板/手机多端适配，移动优先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4. **模块化开发** — 5人并行，Git分支管理，零代码冲突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5. **数据持久化** — JSON文件自动读写，演示版开箱即用，可扩展MySQL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6. **完整闭环** — 发布 → 浏览 → 交换 → 评价，业务流程完整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第18页：项目规模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工作量统计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Go 后端代码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约 800 行（handler + service + middleware）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 前端代码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约 2000 行（10 页面 + 4 组件 + 路由/状态/API）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SQL与文档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约 400 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**总代码量**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**约 3200 行**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功能模块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 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 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 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演示账号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 个（3学生+1管理员）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第19页：总结与展望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✅ 完整实现了"发布-浏览-交换-评价"的核心闭环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✅ 10个功能模块，11张数据表，满足课程设计要求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✅ 创新融入信用评价、技能互助、安全面交等校园特色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✅ 5人远程协作，Git分支管理，按时完成交付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15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未来可扩展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接入学校统一身份认证（CAS/SSO）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引入站内信实时推送（WebSocket）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3. 图片上传与阿里云OSS存储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3542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4. 数据库迁移至 MySQL/PostgreSQL，支持高并发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8289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5. 小程序/APP 多端扩展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第20页：感谢聆听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828800" cy="274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# 感谢各位老师聆听！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B57"/>
                </a:solidFill>
                <a:latin typeface="Microsoft YaHei"/>
              </a:defRPr>
            </a:pPr>
            <a:r>
              <a:t>欢迎提问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项目地址：`https://github.com/xxx/campus_swap`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演示账号：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学生：`202401001` / `123456`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管理员：`admin` / `admin123`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**答辩分工建议（15分钟）：**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- A：项目背景与架构设计（3分钟）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- B：数据库设计与交换流程（2分钟）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- C：现场演示系统功能（5分钟）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- D：UML与测试说明（2分钟）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- E：创新点与总结（3分钟）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1384</Words>
  <Application>Microsoft Office PowerPoint</Application>
  <PresentationFormat>宽屏</PresentationFormat>
  <Paragraphs>311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小青 谢</cp:lastModifiedBy>
  <cp:revision>3</cp:revision>
  <dcterms:created xsi:type="dcterms:W3CDTF">2013-01-27T09:14:16Z</dcterms:created>
  <dcterms:modified xsi:type="dcterms:W3CDTF">2026-06-07T06:31:15Z</dcterms:modified>
  <cp:category/>
</cp:coreProperties>
</file>